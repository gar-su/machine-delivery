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重要度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累计ROI</c:v>
                  </c:pt>
                  <c:pt idx="1">
                    <c:v>24h消耗峰值</c:v>
                  </c:pt>
                  <c:pt idx="2">
                    <c:v>早期消耗占比</c:v>
                  </c:pt>
                  <c:pt idx="3">
                    <c:v>24h CTR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526</c:v>
                </c:pt>
                <c:pt idx="1">
                  <c:v>454</c:v>
                </c:pt>
                <c:pt idx="2">
                  <c:v>419</c:v>
                </c:pt>
                <c:pt idx="3">
                  <c:v>372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重要度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累计积分</c:v>
                  </c:pt>
                  <c:pt idx="1">
                    <c:v>累计点击</c:v>
                  </c:pt>
                  <c:pt idx="2">
                    <c:v>累计消耗</c:v>
                  </c:pt>
                  <c:pt idx="3">
                    <c:v>累计展示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1472</c:v>
                </c:pt>
                <c:pt idx="1">
                  <c:v>1040</c:v>
                </c:pt>
                <c:pt idx="2">
                  <c:v>1014</c:v>
                </c:pt>
                <c:pt idx="3">
                  <c:v>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566928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" y="56692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62456" y="56692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内部团队 · 方案对齐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32720" y="457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短剧投放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</a:t>
            </a:r>
            <a:pPr indent="0" marL="0">
              <a:buNone/>
            </a:pPr>
            <a:r>
              <a:rPr lang="en-US" sz="52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化链路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素材自动生产  ×  智能打分  ×  机器投放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5760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短剧上线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71800" y="5715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5760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素材自动生产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57800" y="5715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5760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智能打分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43800" y="5715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5760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机器投放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829800" y="5715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966960" y="5760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数据回流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现状与痛点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为什么必须自动化？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49840" y="274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素材与投放，两端都卡在人工。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素材生产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：旁白、配乐、合成全靠手工，多语言重复制作，成本随语种数线性上涨。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投放执行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：查报表、绑素材、建任务循环往复，好素材常常错过最佳投放窗口。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29400" y="1554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高重复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770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 × 多账户反复操作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98280" y="1554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90982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98280" y="2770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好素材错过最佳投放窗口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3566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6294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经验依赖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47823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效果好坏取决于个人手感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3566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909828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难规模化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98280" y="47823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人力成为投放瓶颈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目标愿景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一条全自动投放流水线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49840" y="274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1F2E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1554480" y="3383280"/>
            <a:ext cx="9079992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短剧上线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65760" y="3703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 / 成片就绪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261872" y="3090672"/>
            <a:ext cx="585216" cy="585216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3090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35758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素材自动生产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635758" y="3703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旁白 · TTS · BGM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31870" y="3090672"/>
            <a:ext cx="585216" cy="585216"/>
          </a:xfrm>
          <a:prstGeom prst="ellipse">
            <a:avLst/>
          </a:prstGeom>
          <a:solidFill>
            <a:srgbClr val="0284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1870" y="3090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05756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智能打分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905756" y="3703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时间序列模型选优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1868" y="3090672"/>
            <a:ext cx="585216" cy="585216"/>
          </a:xfrm>
          <a:prstGeom prst="ellipse">
            <a:avLst/>
          </a:prstGeom>
          <a:solidFill>
            <a:srgbClr val="0284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1868" y="3090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5754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自动投放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175754" y="3703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 · 跨账户跟投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71866" y="3090672"/>
            <a:ext cx="585216" cy="585216"/>
          </a:xfrm>
          <a:prstGeom prst="ellipse">
            <a:avLst/>
          </a:prstGeom>
          <a:solidFill>
            <a:srgbClr val="0284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1866" y="3090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45752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数据回流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445752" y="3703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表现数据驱动优化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341864" y="3090672"/>
            <a:ext cx="585216" cy="585216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41864" y="3090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5120640"/>
            <a:ext cx="10543032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257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788920" y="525780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短剧上线 → 自动产出素材 → 自动创建广告投放 → 表现驱动自动优化，全链路无需人工干预。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系统架构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四层解耦，各自演进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49840" y="274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6002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短剧上线（剧本 / 成片就绪）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自动化核心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27432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素材生产引擎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43200" y="312724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旁白 · TTS · BGM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57216" y="27432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素材评分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157216" y="312724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时间序列打分选优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71232" y="27432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机器投放执行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571232" y="312724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 · 跨账户跟投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985248" y="27432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执行记录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985248" y="312724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决策留痕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数据与账户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41148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素材表现数据管道 · 账户池（active / paused / banned / daily_limit）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外部依赖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48920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广告平台 API（Meta / TikTok）· 大模型与 TTS（LLM / 豆包语音）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模块间经 Provider 抽象解耦，外部依赖可替换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素材自动生产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旁白流水线，一次成型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49840" y="274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剧本上下文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97680" y="1554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读取成片 manifest 与剧本信息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28800" y="2176272"/>
            <a:ext cx="4023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054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旁白文案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297680" y="24871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按剧种生成旁白脚本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828800" y="3108960"/>
            <a:ext cx="4023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381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3419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语音合成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297680" y="34198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豆包语音 · 多语种音色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28800" y="4041648"/>
            <a:ext cx="4023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708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28800" y="4352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片头 + 配乐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297680" y="435254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按剧种匹配 BGM 库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828800" y="4974336"/>
            <a:ext cx="4023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303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28800" y="5285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合成成片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297680" y="52852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 + BGM + 画面合成输出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638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现有基础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63840" y="2157984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旁白流水线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38160" y="243230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load_context → narration → TTS → concat 五阶段编排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63840" y="3209544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按剧种 BGM 库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138160" y="348386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霸总豪门 / 甜宠 / 悬疑 / 都市情感 等分类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63840" y="4261104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多语种音色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38160" y="453542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VOICE_MAP 按语言映射，支持多国投放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2960" y="614476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6053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已可用 · 作为全链路第一环直接接入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素材智能打分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时间序列模型，筛出值得投的素材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49840" y="274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融合静态特征与时间序列特征，模型与真实表现持续对比回训，阈值随数据调优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时间序列特征 · 重要度 Top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1945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30936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静态特征 · 重要度 Top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309360" y="21945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机器投放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从人工流水线，到规则引擎全自动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49840" y="274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· auto_delivery 三步流水线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834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查询达标素材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31363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 API 捞取达标率 &gt; 100% 素材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6941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绑定到短剧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977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逐条搜索 → 绑定素材到对应短剧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5354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5171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创建投放任务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48188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按语言分组，创建 Meta 广告任务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5532120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449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状态：运行中 · 每步人工确认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1417320"/>
            <a:ext cx="4965192" cy="4800600"/>
          </a:xfrm>
          <a:prstGeom prst="roundRect">
            <a:avLst>
              <a:gd name="adj" fmla="val 2286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4813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8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</a:t>
            </a:r>
            <a:endParaRPr lang="en-US" sz="5800" dirty="0"/>
          </a:p>
        </p:txBody>
      </p:sp>
      <p:sp>
        <p:nvSpPr>
          <p:cNvPr id="20" name="Text 18"/>
          <p:cNvSpPr/>
          <p:nvPr/>
        </p:nvSpPr>
        <p:spPr>
          <a:xfrm>
            <a:off x="6675120" y="23957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 · 机器投放系统（Phase 2）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28986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69480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30min 定时调度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31912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定时拉数据，规则独立扁平执行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0" y="36484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9480" y="36301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规则引擎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3941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 / 冷却 / 账户池全配置化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75120" y="439826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69480" y="43799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跨账户跟投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69480" y="4690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从账户池选 N 个账户复制任务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75120" y="51480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69480" y="51297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执行记录 + 看板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5440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留痕，四页面可视化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75120" y="5961888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58887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状态：设计完成 · 待开发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演进方向：三步流水线（人工确认） → 规则引擎全自动（机器投放），替换当前流水线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数据反馈闭环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表现数据驱动，自动优化回路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49840" y="274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广告平台 API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33472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90088" y="196596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19659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素材表现数据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0060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57216" y="196596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19659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 / 规则评估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6772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24344" y="196596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4344" y="19659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跟投执行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3485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491472" y="1965960"/>
            <a:ext cx="1783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19659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执行记录 + 看板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3063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↻ 表现数据回流 → 驱动下一轮打分与跟投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min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2296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调度周期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30 min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38912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跟投响应目标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95528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全链路可观测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现有基础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已具备与待建设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49840" y="274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素材生产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6916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narration_pipeline 旁白流水线 + 按剧种 BGM 库 + 多语种音色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464040" y="1828800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383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已就绪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304288"/>
            <a:ext cx="10515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04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素材打分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40487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short-drama-scoring 时间序列模型，特征已分析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464040" y="2542032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38360" y="2404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已就绪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017520"/>
            <a:ext cx="10515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18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投放执行（现状）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31181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auto_delivery 三步流水线：查素材 → 绑定 → 建任务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64040" y="3255264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0" y="3118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运行中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3730752"/>
            <a:ext cx="10515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313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投放演进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383133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机器投放系统：规则引擎 / 账户池 / 跟投 / 看板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64040" y="3968496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38360" y="38313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待开发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4443984"/>
            <a:ext cx="10515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544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需求原型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45445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auto_put（Meta） · auto_put_tiktok（TikTok）自动化任务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64040" y="4681728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4544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5157216"/>
            <a:ext cx="10515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账户池与数据管道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0" y="52578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账户状态维护、素材表现数据接入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64040" y="539496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3836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待建设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结论：素材生产 / 打分 / 三步投放已具备，机器投放系统与账户池、数据管道是全链路关键待建项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实施路径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四阶段渐进落地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49840" y="274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1737360" y="3310128"/>
            <a:ext cx="871423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" y="1773936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" y="18836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11580" y="18836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打通链路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" y="223113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素材生产 → 打分 → 三步流水线投放，人工确认收口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72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90472" y="3063240"/>
            <a:ext cx="493776" cy="493776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0472" y="3063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9084" y="3721608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1964" y="3831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6324" y="38313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机器投放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1964" y="41788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 + 账户池 + 跨账户跟投，替代三步流水线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1964" y="46177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95216" y="3063240"/>
            <a:ext cx="493776" cy="493776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95216" y="3063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3828" y="1773936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6708" y="18836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21068" y="18836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生命周期管理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26708" y="223113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学习期 / 衰退期自动关停、调价、预算调整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26708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99960" y="3063240"/>
            <a:ext cx="493776" cy="493776"/>
          </a:xfrm>
          <a:prstGeom prst="ellipse">
            <a:avLst/>
          </a:prstGeom>
          <a:solidFill>
            <a:srgbClr val="0284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9960" y="3063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8572" y="3721608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31452" y="3831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25812" y="38313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智能出价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31452" y="41788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基于竞价环境动态调整预算与出价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31452" y="46177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204704" y="3063240"/>
            <a:ext cx="493776" cy="493776"/>
          </a:xfrm>
          <a:prstGeom prst="ellipse">
            <a:avLst/>
          </a:prstGeom>
          <a:solidFill>
            <a:srgbClr val="0284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04704" y="3063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里程碑：数据管道接入 · 账户池上线 · 规则引擎发布 · 跟投替代三步流水线 · 生命周期自动化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· 风险与应对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四条主线风险，前置规避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49840" y="274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20240" y="16459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账户合规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06240" y="1645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账户封禁 / 限额影响投放连续性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0" y="1645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账户池多标签 + 状态维护兜底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578608"/>
            <a:ext cx="10515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334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920240" y="27249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稳定性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272491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广告平台接口变更、限流导致跟投失败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0" y="27249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抽象隔离 + 失败重试与告警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10515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1246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920240" y="38039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数据时效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06240" y="38039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管道延迟影响 30min 跟投响应目标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380390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 SLA 对齐 + 异常数据整批跳过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736592"/>
            <a:ext cx="10515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9145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920240" y="48828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素材合规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06240" y="488289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音色、BGM 版权、素材复用风险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2480" y="488289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白名单机制 + 合规检查前置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· 待对齐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个关键决策点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49840" y="274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1F2E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机器投放的替换节奏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1214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三步流水线何时下线，由谁负责灰度切换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3063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账户池选取策略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344728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随机选取 vs 标签过滤，跟投排除已投放账户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4389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渠道优先级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47731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/ TikTok 并行推进还是先后验证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8660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数据管道口径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86600" y="21214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字段定义、更新频率、异常数据兜底规则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3063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3063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规则与阈值归属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344728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打分阈值 / 跟投规则由运营还是研发维护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下一步：团队对齐 → 输出 Phase 2 开发排期与分工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gar</dc:creator>
  <cp:lastModifiedBy>gar</cp:lastModifiedBy>
  <cp:revision>1</cp:revision>
  <dcterms:created xsi:type="dcterms:W3CDTF">2026-08-06T08:24:28Z</dcterms:created>
  <dcterms:modified xsi:type="dcterms:W3CDTF">2026-08-06T08:24:28Z</dcterms:modified>
</cp:coreProperties>
</file>